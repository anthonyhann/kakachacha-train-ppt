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9728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FFFFFF"/>
                </a:solidFill>
                <a:latin typeface="微软雅黑"/>
              </a:rPr>
              <a:t>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/>
              </a:rPr>
              <a:t>咔嚓咔嚓号小火车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49039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AABBCC"/>
                </a:solidFill>
                <a:latin typeface="微软雅黑"/>
              </a:rPr>
              <a:t>音乐剧动画PPT · 七幕旅程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0A5FA"/>
                </a:solidFill>
                <a:latin typeface="微软雅黑"/>
              </a:rPr>
              <a:t>点击开始演示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uhlXmUtd9V5x1v6IBPiC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840480"/>
            <a:ext cx="12188952" cy="3017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28600"/>
            <a:ext cx="128016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第一幕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CCCCC"/>
                </a:solidFill>
                <a:latin typeface="微软雅黑"/>
              </a:rPr>
              <a:t>♪ 口哨+木琴，轻快节奏，火车鸣笛声效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微软雅黑"/>
              </a:rPr>
              <a:t>咔嚓咔嚓号，准备出发！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DEEFF"/>
                </a:solidFill>
                <a:latin typeface="微软雅黑"/>
              </a:rPr>
              <a:t>热闹的始发站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DC64"/>
                </a:solidFill>
                <a:latin typeface="微软雅黑"/>
              </a:rPr>
              <a:t>🎤 小朋友们，咔嚓咔嚓号要出发啦！大家准备好了吗？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Mf1wi-aUWYhD60ytsc0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840480"/>
            <a:ext cx="12188952" cy="3017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28600"/>
            <a:ext cx="128016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第二幕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CCCCC"/>
                </a:solidFill>
                <a:latin typeface="微软雅黑"/>
              </a:rPr>
              <a:t>♪ 器乐版《火车开啦》，响板节奏，车轮声效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微软雅黑"/>
              </a:rPr>
              <a:t>咔嚓咔嚓，向前奔跑！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DEEFF"/>
                </a:solidFill>
                <a:latin typeface="微软雅黑"/>
              </a:rPr>
              <a:t>火车开动啦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DC64"/>
                </a:solidFill>
                <a:latin typeface="微软雅黑"/>
              </a:rPr>
              <a:t>🎤 咔嚓咔嚓——火车开动啦！窗外的树木都在向后跑呢！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zuLECIZYOCMUy_UVfN9j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840480"/>
            <a:ext cx="12188952" cy="3017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28600"/>
            <a:ext cx="128016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第三幕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CCCCC"/>
                </a:solidFill>
                <a:latin typeface="微软雅黑"/>
              </a:rPr>
              <a:t>♪ 木管+竖琴，灵动轻快，鸟鸣声效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微软雅黑"/>
              </a:rPr>
              <a:t>森林里的新朋友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DEEFF"/>
                </a:solidFill>
                <a:latin typeface="微软雅黑"/>
              </a:rPr>
              <a:t>抵达森林站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DC64"/>
                </a:solidFill>
                <a:latin typeface="微软雅黑"/>
              </a:rPr>
              <a:t>🎤 哇！森林站到了！小鸟、小花都来欢迎我们啦！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MOK7-52ELXa-Cd47m6N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840480"/>
            <a:ext cx="12188952" cy="3017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28600"/>
            <a:ext cx="1280160" cy="4572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第四幕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CCCCC"/>
                </a:solidFill>
                <a:latin typeface="微软雅黑"/>
              </a:rPr>
              <a:t>♪ 打击乐节奏+轻柔弦乐断奏，渐弱咔嚓声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微软雅黑"/>
              </a:rPr>
              <a:t>森林站，再见！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DEEFF"/>
                </a:solidFill>
                <a:latin typeface="微软雅黑"/>
              </a:rPr>
              <a:t>告别森林站（车窗视角）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DC64"/>
                </a:solidFill>
                <a:latin typeface="微软雅黑"/>
              </a:rPr>
              <a:t>🎤 小朋友们，和森林站的朋友们说再见吧！再见——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xNqCojTLHcHZCiefFNRYY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840480"/>
            <a:ext cx="12188952" cy="3017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28600"/>
            <a:ext cx="1280160" cy="4572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第五幕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CCCCC"/>
                </a:solidFill>
                <a:latin typeface="微软雅黑"/>
              </a:rPr>
              <a:t>♪ 改编版《友谊拍手歌》，动物叫声+儿童笑声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微软雅黑"/>
              </a:rPr>
              <a:t>动物乐园大狂欢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DEEFF"/>
                </a:solidFill>
                <a:latin typeface="微软雅黑"/>
              </a:rPr>
              <a:t>抵达动物乐园站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DC64"/>
                </a:solidFill>
                <a:latin typeface="微软雅黑"/>
              </a:rPr>
              <a:t>🎤 动物乐园站到啦！小狗、小猫、小鸭子都来了！大家一起拍手！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Z-CYOyTVmf7NB4wkFtb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840480"/>
            <a:ext cx="12188952" cy="3017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28600"/>
            <a:ext cx="128016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第六幕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CCCCC"/>
                </a:solidFill>
                <a:latin typeface="微软雅黑"/>
              </a:rPr>
              <a:t>♪ 钢琴+大提琴，《火车开啦》慢速温情版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微软雅黑"/>
              </a:rPr>
              <a:t>金色的回家路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DEEFF"/>
                </a:solidFill>
                <a:latin typeface="微软雅黑"/>
              </a:rPr>
              <a:t>夕阳归途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DC64"/>
                </a:solidFill>
                <a:latin typeface="微软雅黑"/>
              </a:rPr>
              <a:t>🎤 太阳公公要回家了，咔嚓咔嚓号也要回家啦……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yCgEgIIaa357E387nvfB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840480"/>
            <a:ext cx="12188952" cy="3017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28600"/>
            <a:ext cx="1280160" cy="4572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第七幕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CCCCC"/>
                </a:solidFill>
                <a:latin typeface="微软雅黑"/>
              </a:rPr>
              <a:t>♪ 童声合唱《火车开啦》尾声，渐弱后哨子声+…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微软雅黑"/>
              </a:rPr>
              <a:t>友谊的终点，也是起点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DEEFF"/>
                </a:solidFill>
                <a:latin typeface="微软雅黑"/>
              </a:rPr>
              <a:t>回到学校站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DC64"/>
                </a:solidFill>
                <a:latin typeface="微软雅黑"/>
              </a:rPr>
              <a:t>🎤 学校站到啦！谢谢咔嚓咔嚓号，谢谢所有的朋友！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FFFFFF"/>
                </a:solidFill>
                <a:latin typeface="微软雅黑"/>
              </a:rPr>
              <a:t>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微软雅黑"/>
              </a:rPr>
              <a:t>谢谢你，我的朋友！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8899AA"/>
                </a:solidFill>
                <a:latin typeface="微软雅黑"/>
              </a:rPr>
              <a:t>咔嚓咔嚓号小火车 · 音乐剧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